
<file path=[Content_Types].xml><?xml version="1.0" encoding="utf-8"?>
<Types xmlns="http://schemas.openxmlformats.org/package/2006/content-types">
  <Default Extension="1714314439" ContentType="image/1714314439"/>
  <Default Extension="bin" ContentType="image/unknown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9973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https://imgv2-1-f.scribdassets.com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https://phdprojects.org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https://phdprojects.org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https://pythongeeks.org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https://phdprojects.org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https://phdprojects.org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https://phdprojects.org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1714314439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FE8D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Online Payments Fraud Detection Using Machine Learning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B4D54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B9BAB5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3B4D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imgv2-1-f.scribdassets.com/img/document/726808189/original/8b29ec494f/1714314439?v=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E8D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to Online Payments Fraud Detection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Online payments fraud is a significant challenge for financial institutions and e-commerce platforms.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 learning offers advanced techniques to identify and prevent fraudulent transactions effectively.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presentation explores how machine learning models are developed and applied to detect fraud in real-time.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B4D54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B9BAB5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3B4D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phdprojects.org/wp-content/uploads/2023/12/Credit-Card-Fraud-Detection-Using-Machine-Learning-Projec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E8D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Types of Online Payments Fraud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Card-not-present fraud involves unauthorized use of card details for online transactions.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Account takeover occurs when fraudsters gain control over user accounts to make illicit purchases.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Synthetic identity fraud combines real and fake information to create new, fraudulent identities.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B4D54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B9BAB5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3B4D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phdprojects.org/wp-content/uploads/2024/05/Online-Payment-Fraud-Detection-Using-Machine-Le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E8D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Challenges in Fraud Detection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Fraudulent transactions are constantly evolving, making detection a moving target.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Imbalanced datasets with few fraud cases compared to legitimate ones complicate model training.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Ensuring real-time detection without impacting user experience is a critical requirement.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B4D54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B9BAB5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3B4D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pythongeeks.org/wp-content/uploads/2023/02/data-preprocessing-learning-model.web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E8D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Collection and Preprocessing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sources include transaction records, user behavior, device information, and historical fraud labels.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cleaning involves handling missing values, outliers, and inconsistent entries.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engineering transforms raw data into meaningful features to improve model performance.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B4D54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B9BAB5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3B4D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E8D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 Learning Algorithms for Fraud Detection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learning algorithms like Random Forests and Gradient Boosting are commonly used.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Unsupervised methods such as clustering help identify anomalies without labeled data.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models like neural networks capture complex patterns in large datasets.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B4D54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B9BAB5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3B4D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E8D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Training and Evaluation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 are trained on labeled datasets with known fraudulent and legitimate transactions.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metrics include precision, recall, F1-score, and ROC-AUC to assess performance.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Cross-validation and backtesting ensure the model generalizes well to unseen data.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B4D54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B9BAB5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3B4D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E8D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Deployment and Real-Time Detection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 are integrated into payment processing systems for instant fraud scoring.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Threshold tuning balances fraud detection rate and false positive rate to optimize user experience.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Continuous monitoring and model updating adapt to evolving fraud tactics.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B4D54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B9BAB5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3B4D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E8D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Challenges and Ethical Considerations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privacy and security must be maintained when handling sensitive transaction data.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Bias in training data can lead to unfair treatment of certain user groups.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Transparency and explainability of models are essential for compliance and user trust.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B4D54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B9BAB5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3B4D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E8D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Trends in Fraud Detection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Incorporation of adaptive learning techniques to respond to new fraud patterns dynamically.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of advanced AI methods like reinforcement learning for proactive fraud prevention.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Collaboration among financial institutions to share threat intelligence and improve detection accuracy.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B4D54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B9BAB5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3B4D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E8D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 learning significantly enhances the ability to detect and prevent online payment fraud.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Ongoing research and technological advancements are vital to stay ahead of fraudsters.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Implementing robust, ethical, and adaptive fraud detection systems is critical for secure digital transactions.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565</Words>
  <Application>Microsoft Office PowerPoint</Application>
  <PresentationFormat>On-screen Show (16:9)</PresentationFormat>
  <Paragraphs>92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Payments Fraud Detection Using Machine Learning</dc:title>
  <dc:subject>Online Payments Fraud Detection Using Machine Learning</dc:subject>
  <dc:creator>SlideMake.com</dc:creator>
  <cp:lastModifiedBy>Meenuga Abhi</cp:lastModifiedBy>
  <cp:revision>2</cp:revision>
  <dcterms:created xsi:type="dcterms:W3CDTF">2026-02-18T05:24:20Z</dcterms:created>
  <dcterms:modified xsi:type="dcterms:W3CDTF">2026-02-18T05:27:07Z</dcterms:modified>
</cp:coreProperties>
</file>